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6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04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49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97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32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906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009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27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11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97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93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92498-014B-4576-B941-6992371174A1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0BE74-5FC6-4A52-8018-80DCE0A654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2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86849" y="29851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effectLst/>
                <a:latin typeface="-apple-system"/>
              </a:rPr>
              <a:t>Автоматическое выявление </a:t>
            </a:r>
            <a:r>
              <a:rPr lang="ru-RU" b="1" i="0" dirty="0" err="1" smtClean="0">
                <a:effectLst/>
                <a:latin typeface="-apple-system"/>
              </a:rPr>
              <a:t>pay-gap</a:t>
            </a:r>
            <a:r>
              <a:rPr lang="ru-RU" b="1" i="0" dirty="0" smtClean="0">
                <a:effectLst/>
                <a:latin typeface="-apple-system"/>
              </a:rPr>
              <a:t>.</a:t>
            </a:r>
            <a:r>
              <a:rPr lang="ru-RU" b="0" i="0" dirty="0" smtClean="0">
                <a:effectLst/>
                <a:latin typeface="-apple-system"/>
              </a:rPr>
              <a:t> Агент анализирует зарплатные данные по гендерным, возрастным и иным категориям, подсвечивает необоснованные разрывы и формирует рекомендации по выравниванию с учётом бюджета. Особенно актуально в контексте требований к прозрачности оплаты труда.</a:t>
            </a:r>
            <a:endParaRPr lang="ru-RU" dirty="0"/>
          </a:p>
        </p:txBody>
      </p:sp>
      <p:sp>
        <p:nvSpPr>
          <p:cNvPr id="5" name="Rectangle 4"/>
          <p:cNvSpPr/>
          <p:nvPr/>
        </p:nvSpPr>
        <p:spPr>
          <a:xfrm>
            <a:off x="386849" y="2329844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effectLst/>
                <a:latin typeface="-apple-system"/>
              </a:rPr>
              <a:t>Автоматическое поддержание справочников.</a:t>
            </a:r>
            <a:r>
              <a:rPr lang="ru-RU" b="0" i="0" dirty="0" smtClean="0">
                <a:effectLst/>
                <a:latin typeface="-apple-system"/>
              </a:rPr>
              <a:t> Агент выявляет дубли, противоречия и устаревшие записи в справочниках должностей, </a:t>
            </a:r>
            <a:r>
              <a:rPr lang="ru-RU" b="0" i="0" dirty="0" err="1" smtClean="0">
                <a:effectLst/>
                <a:latin typeface="-apple-system"/>
              </a:rPr>
              <a:t>грейдов</a:t>
            </a:r>
            <a:r>
              <a:rPr lang="ru-RU" b="0" i="0" dirty="0" smtClean="0">
                <a:effectLst/>
                <a:latin typeface="-apple-system"/>
              </a:rPr>
              <a:t>, подразделений и территорий; предлагает консолидацию и проверяет влияние на связанные процессы.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386849" y="408417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effectLst/>
                <a:latin typeface="-apple-system"/>
              </a:rPr>
              <a:t>ИИ-ассистент по правам доступа.</a:t>
            </a:r>
            <a:r>
              <a:rPr lang="ru-RU" b="0" i="0" dirty="0" smtClean="0">
                <a:effectLst/>
                <a:latin typeface="-apple-system"/>
              </a:rPr>
              <a:t> Агент анализирует роль пользователя и предлагает набор доступов к модулям HR IS, контролирует избыточные права и инициирует отзыв по смене роли. Снижает риски несанкционированного доступа к персональным данным.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45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132" y="96504"/>
            <a:ext cx="92286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-apple-system"/>
              </a:rPr>
              <a:t>Генерация отчётов по запросу на естественном языке.</a:t>
            </a:r>
            <a:r>
              <a:rPr lang="ru-RU" b="0" i="0" dirty="0" smtClean="0">
                <a:effectLst/>
                <a:latin typeface="-apple-system"/>
              </a:rPr>
              <a:t> Пользователь пишет: «Покажи текучесть по ДЗО X за третий квартал с разбивкой по </a:t>
            </a:r>
            <a:r>
              <a:rPr lang="ru-RU" b="0" i="0" dirty="0" err="1" smtClean="0">
                <a:effectLst/>
                <a:latin typeface="-apple-system"/>
              </a:rPr>
              <a:t>грейдам</a:t>
            </a:r>
            <a:r>
              <a:rPr lang="ru-RU" b="0" i="0" dirty="0" smtClean="0">
                <a:effectLst/>
                <a:latin typeface="-apple-system"/>
              </a:rPr>
              <a:t>» — агент строит запрос, собирает данные и формирует отчёт с графиками. Демократизирует аналитику, убирает зависимость от ручных выгрузок</a:t>
            </a:r>
            <a:endParaRPr lang="ru-RU" dirty="0"/>
          </a:p>
        </p:txBody>
      </p:sp>
      <p:sp>
        <p:nvSpPr>
          <p:cNvPr id="3" name="Rectangle 2"/>
          <p:cNvSpPr/>
          <p:nvPr/>
        </p:nvSpPr>
        <p:spPr>
          <a:xfrm>
            <a:off x="347132" y="1296833"/>
            <a:ext cx="948266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-apple-system"/>
              </a:rPr>
              <a:t>Авто-документирование метрик.</a:t>
            </a:r>
            <a:r>
              <a:rPr lang="ru-RU" b="0" dirty="0" smtClean="0">
                <a:effectLst/>
                <a:latin typeface="-apple-system"/>
              </a:rPr>
              <a:t> Агент автоматически генерирует и обновляет словарь метрик (</a:t>
            </a:r>
            <a:r>
              <a:rPr lang="ru-RU" b="0" dirty="0" err="1" smtClean="0">
                <a:effectLst/>
                <a:latin typeface="-apple-system"/>
              </a:rPr>
              <a:t>data</a:t>
            </a:r>
            <a:r>
              <a:rPr lang="ru-RU" b="0" dirty="0" smtClean="0">
                <a:effectLst/>
                <a:latin typeface="-apple-system"/>
              </a:rPr>
              <a:t> </a:t>
            </a:r>
            <a:r>
              <a:rPr lang="ru-RU" b="0" dirty="0" err="1" smtClean="0">
                <a:effectLst/>
                <a:latin typeface="-apple-system"/>
              </a:rPr>
              <a:t>dictionary</a:t>
            </a:r>
            <a:r>
              <a:rPr lang="ru-RU" b="0" dirty="0" smtClean="0">
                <a:effectLst/>
                <a:latin typeface="-apple-system"/>
              </a:rPr>
              <a:t>) с описаниями, формулами расчёта, источниками и ответственными. Решает проблему «что мы считаем под </a:t>
            </a:r>
            <a:r>
              <a:rPr lang="ru-RU" b="0" dirty="0" err="1" smtClean="0">
                <a:effectLst/>
                <a:latin typeface="-apple-system"/>
              </a:rPr>
              <a:t>turnover</a:t>
            </a:r>
            <a:r>
              <a:rPr lang="ru-RU" b="0" dirty="0" smtClean="0">
                <a:effectLst/>
                <a:latin typeface="-apple-system"/>
              </a:rPr>
              <a:t> — не помнит никто».</a:t>
            </a:r>
          </a:p>
          <a:p>
            <a:r>
              <a:rPr lang="ru-RU" b="1" dirty="0" smtClean="0">
                <a:effectLst/>
                <a:latin typeface="-apple-system"/>
              </a:rPr>
              <a:t>Предиктивная аналитика текучести.</a:t>
            </a:r>
            <a:r>
              <a:rPr lang="ru-RU" b="0" dirty="0" smtClean="0">
                <a:effectLst/>
                <a:latin typeface="-apple-system"/>
              </a:rPr>
              <a:t> Модель на ML анализирует исторические данные (стаж, </a:t>
            </a:r>
            <a:r>
              <a:rPr lang="ru-RU" b="0" dirty="0" err="1" smtClean="0">
                <a:effectLst/>
                <a:latin typeface="-apple-system"/>
              </a:rPr>
              <a:t>грейд</a:t>
            </a:r>
            <a:r>
              <a:rPr lang="ru-RU" b="0" dirty="0" smtClean="0">
                <a:effectLst/>
                <a:latin typeface="-apple-system"/>
              </a:rPr>
              <a:t>, последний пересмотр ЗП, отсутствие повышений, расстояние до рынка) и прогнозирует риск увольнения по каждому сотруднику. Позволяет действовать на опережение. </a:t>
            </a:r>
            <a:endParaRPr lang="ru-RU" b="0" dirty="0">
              <a:effectLst/>
              <a:latin typeface="-apple-syste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23333" y="3328158"/>
            <a:ext cx="99229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effectLst/>
                <a:latin typeface="-apple-system"/>
              </a:rPr>
              <a:t>Автоматическое обнаружение аномалий в данных.</a:t>
            </a:r>
            <a:r>
              <a:rPr lang="ru-RU" b="0" i="0" dirty="0" smtClean="0">
                <a:effectLst/>
                <a:latin typeface="-apple-system"/>
              </a:rPr>
              <a:t> Агент непрерывно проверяет ключевые показатели (ФОТ, </a:t>
            </a:r>
            <a:r>
              <a:rPr lang="ru-RU" b="0" i="0" dirty="0" err="1" smtClean="0">
                <a:effectLst/>
                <a:latin typeface="-apple-system"/>
              </a:rPr>
              <a:t>headcount</a:t>
            </a:r>
            <a:r>
              <a:rPr lang="ru-RU" b="0" i="0" dirty="0" smtClean="0">
                <a:effectLst/>
                <a:latin typeface="-apple-system"/>
              </a:rPr>
              <a:t>, FTE) и подсвечивает нетипичные отклонения — всплеск численности в одном ДЗО, резкое изменение средней ЗП. Помогает выявлять ошибки данных и реальные бизнес-события на ранней стадии</a:t>
            </a:r>
            <a:endParaRPr lang="ru-RU" dirty="0"/>
          </a:p>
        </p:txBody>
      </p:sp>
      <p:sp>
        <p:nvSpPr>
          <p:cNvPr id="8" name="Rectangle 7"/>
          <p:cNvSpPr/>
          <p:nvPr/>
        </p:nvSpPr>
        <p:spPr>
          <a:xfrm>
            <a:off x="575733" y="4597189"/>
            <a:ext cx="97705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-apple-system"/>
              </a:rPr>
              <a:t>Самодиагностика </a:t>
            </a:r>
            <a:r>
              <a:rPr lang="ru-RU" b="1" dirty="0" err="1" smtClean="0">
                <a:effectLst/>
                <a:latin typeface="-apple-system"/>
              </a:rPr>
              <a:t>дашбордов</a:t>
            </a:r>
            <a:r>
              <a:rPr lang="ru-RU" b="1" dirty="0" smtClean="0">
                <a:effectLst/>
                <a:latin typeface="-apple-system"/>
              </a:rPr>
              <a:t>.</a:t>
            </a:r>
            <a:r>
              <a:rPr lang="ru-RU" b="0" dirty="0" smtClean="0">
                <a:effectLst/>
                <a:latin typeface="-apple-system"/>
              </a:rPr>
              <a:t> Агент проверяет </a:t>
            </a:r>
            <a:r>
              <a:rPr lang="ru-RU" b="0" dirty="0" err="1" smtClean="0">
                <a:effectLst/>
                <a:latin typeface="-apple-system"/>
              </a:rPr>
              <a:t>дашборды</a:t>
            </a:r>
            <a:r>
              <a:rPr lang="ru-RU" b="0" dirty="0" smtClean="0">
                <a:effectLst/>
                <a:latin typeface="-apple-system"/>
              </a:rPr>
              <a:t> BI на актуальность данных, неработающие фильтры, несинхронизированные источники и уведомляет владельца. Поддерживает доверие к отчётности без ручных ревизий.</a:t>
            </a:r>
          </a:p>
          <a:p>
            <a:r>
              <a:rPr lang="ru-RU" b="1" dirty="0" smtClean="0">
                <a:effectLst/>
                <a:latin typeface="-apple-system"/>
              </a:rPr>
              <a:t>ИИ-ассистент по интерпретации данных.</a:t>
            </a:r>
            <a:r>
              <a:rPr lang="ru-RU" b="0" dirty="0" smtClean="0">
                <a:effectLst/>
                <a:latin typeface="-apple-system"/>
              </a:rPr>
              <a:t> Агент добавляет к каждому </a:t>
            </a:r>
            <a:r>
              <a:rPr lang="ru-RU" b="0" dirty="0" err="1" smtClean="0">
                <a:effectLst/>
                <a:latin typeface="-apple-system"/>
              </a:rPr>
              <a:t>дашборду</a:t>
            </a:r>
            <a:r>
              <a:rPr lang="ru-RU" b="0" dirty="0" smtClean="0">
                <a:effectLst/>
                <a:latin typeface="-apple-system"/>
              </a:rPr>
              <a:t> текстовое резюме: что изменилось, что является драйвером, что требует внимания. Делает </a:t>
            </a:r>
            <a:r>
              <a:rPr lang="ru-RU" b="0" dirty="0" err="1" smtClean="0">
                <a:effectLst/>
                <a:latin typeface="-apple-system"/>
              </a:rPr>
              <a:t>дашборды</a:t>
            </a:r>
            <a:r>
              <a:rPr lang="ru-RU" b="0" dirty="0" smtClean="0">
                <a:effectLst/>
                <a:latin typeface="-apple-system"/>
              </a:rPr>
              <a:t> понятными для нетехнических руководителей</a:t>
            </a:r>
            <a:endParaRPr lang="ru-RU" b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8055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18067" y="543973"/>
            <a:ext cx="7797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effectLst/>
                <a:latin typeface="-apple-system"/>
              </a:rPr>
              <a:t>ИИ-аудит конфиденциальности данных.</a:t>
            </a:r>
            <a:r>
              <a:rPr lang="ru-RU" b="0" dirty="0" smtClean="0">
                <a:effectLst/>
                <a:latin typeface="-apple-system"/>
              </a:rPr>
              <a:t> Агент сканирует права доступа к зарплатным данным, выявляет избыточные доступы, формирует отчёт для DPO и рекомендует действия. Критично для соответствия требованиям 152-ФЗ и предотвращения утечек. </a:t>
            </a:r>
          </a:p>
          <a:p>
            <a:r>
              <a:rPr lang="ru-RU" b="1" dirty="0" smtClean="0">
                <a:effectLst/>
                <a:latin typeface="-apple-system"/>
              </a:rPr>
              <a:t>ИИ-мониторинг регуляторных изменений.</a:t>
            </a:r>
            <a:r>
              <a:rPr lang="ru-RU" b="0" dirty="0" smtClean="0">
                <a:effectLst/>
                <a:latin typeface="-apple-system"/>
              </a:rPr>
              <a:t> Агент отслеживает изменения в трудовом законодательстве, налоговых режимах, требованиях к прозрачности оплаты труда и автоматически оценивает их влияние на текущие процессы и политики C&amp;B. Помогает не пропустить обязательные корректировки.</a:t>
            </a:r>
            <a:endParaRPr lang="ru-RU" b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192445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-apple-system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Obycheva, Anna</dc:creator>
  <cp:lastModifiedBy>Obycheva, Anna</cp:lastModifiedBy>
  <cp:revision>1</cp:revision>
  <dcterms:created xsi:type="dcterms:W3CDTF">2026-09-23T10:13:49Z</dcterms:created>
  <dcterms:modified xsi:type="dcterms:W3CDTF">2026-09-23T10:14:01Z</dcterms:modified>
</cp:coreProperties>
</file>